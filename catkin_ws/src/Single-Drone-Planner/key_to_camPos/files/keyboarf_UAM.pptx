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73"/>
        <p:guide pos="377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s 2"/>
          <p:cNvSpPr/>
          <p:nvPr/>
        </p:nvSpPr>
        <p:spPr>
          <a:xfrm>
            <a:off x="2897505" y="2154555"/>
            <a:ext cx="412115" cy="3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/>
              <a:t>W</a:t>
            </a:r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2897505" y="2700020"/>
            <a:ext cx="412115" cy="3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/>
              <a:t>S</a:t>
            </a:r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2301240" y="2700020"/>
            <a:ext cx="412115" cy="3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/>
              <a:t>A</a:t>
            </a:r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3493770" y="2700020"/>
            <a:ext cx="412115" cy="3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/>
              <a:t>D</a:t>
            </a:r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2301240" y="2154555"/>
            <a:ext cx="412115" cy="3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/>
              <a:t>Q</a:t>
            </a:r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3493770" y="2154555"/>
            <a:ext cx="412115" cy="3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/>
              <a:t>E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819275" y="2169795"/>
            <a:ext cx="473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/>
              <a:t>up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3914140" y="2180590"/>
            <a:ext cx="7994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down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1748790" y="2715260"/>
            <a:ext cx="552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lang="en-US"/>
              <a:t>left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3905885" y="2726055"/>
            <a:ext cx="7200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right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2574290" y="1801495"/>
            <a:ext cx="1059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/>
              <a:t>forward</a:t>
            </a:r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2230755" y="3067050"/>
            <a:ext cx="1745615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p>
            <a:pPr lvl="1" algn="ctr"/>
            <a:r>
              <a:rPr lang="en-US"/>
              <a:t>backward</a:t>
            </a:r>
            <a:endParaRPr lang="en-US"/>
          </a:p>
        </p:txBody>
      </p:sp>
      <p:sp>
        <p:nvSpPr>
          <p:cNvPr id="16" name="Rectangles 15"/>
          <p:cNvSpPr/>
          <p:nvPr/>
        </p:nvSpPr>
        <p:spPr>
          <a:xfrm>
            <a:off x="1584325" y="1797050"/>
            <a:ext cx="3129280" cy="2226945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s 16"/>
          <p:cNvSpPr/>
          <p:nvPr/>
        </p:nvSpPr>
        <p:spPr>
          <a:xfrm>
            <a:off x="2955925" y="3465195"/>
            <a:ext cx="412115" cy="3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latin typeface="AR PL UKai CN" panose="02000503000000000000" charset="-122"/>
                <a:ea typeface="AR PL UKai CN" panose="02000503000000000000" charset="-122"/>
              </a:rPr>
              <a:t>←</a:t>
            </a:r>
            <a:endParaRPr lang="en-US">
              <a:latin typeface="AR PL UKai CN" panose="02000503000000000000" charset="-122"/>
              <a:ea typeface="AR PL UKai CN" panose="02000503000000000000" charset="-122"/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3502025" y="3465195"/>
            <a:ext cx="412115" cy="3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latin typeface="AR PL UKai CN" panose="02000503000000000000" charset="-122"/>
                <a:ea typeface="AR PL UKai CN" panose="02000503000000000000" charset="-122"/>
              </a:rPr>
              <a:t>→</a:t>
            </a:r>
            <a:endParaRPr lang="en-US">
              <a:latin typeface="AR PL UKai CN" panose="02000503000000000000" charset="-122"/>
              <a:ea typeface="AR PL UKai CN" panose="02000503000000000000" charset="-122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2176780" y="3495675"/>
            <a:ext cx="645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lang="en-US"/>
              <a:t>yaw</a:t>
            </a:r>
            <a:endParaRPr lang="en-US"/>
          </a:p>
        </p:txBody>
      </p:sp>
      <p:sp>
        <p:nvSpPr>
          <p:cNvPr id="34" name="Rectangles 33"/>
          <p:cNvSpPr/>
          <p:nvPr/>
        </p:nvSpPr>
        <p:spPr>
          <a:xfrm>
            <a:off x="4864100" y="1801495"/>
            <a:ext cx="2827655" cy="2226310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Rectangles 34"/>
          <p:cNvSpPr/>
          <p:nvPr/>
        </p:nvSpPr>
        <p:spPr>
          <a:xfrm>
            <a:off x="5709285" y="1957705"/>
            <a:ext cx="412115" cy="39878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latin typeface="东文宋体" charset="0"/>
                <a:ea typeface="AR PL UKai CN" panose="02000503000000000000" charset="-122"/>
                <a:cs typeface="东文宋体" charset="0"/>
              </a:rPr>
              <a:t>↑</a:t>
            </a:r>
            <a:endParaRPr lang="en-US">
              <a:latin typeface="东文宋体" charset="0"/>
              <a:ea typeface="AR PL UKai CN" panose="02000503000000000000" charset="-122"/>
              <a:cs typeface="东文宋体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 rot="21420000">
            <a:off x="5779770" y="3143885"/>
            <a:ext cx="632460" cy="15113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Rectangles 35"/>
          <p:cNvSpPr/>
          <p:nvPr/>
        </p:nvSpPr>
        <p:spPr>
          <a:xfrm>
            <a:off x="6937375" y="2787650"/>
            <a:ext cx="450850" cy="4629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latin typeface="东文宋体" charset="0"/>
                <a:ea typeface="AR PL UKai CN" panose="02000503000000000000" charset="-122"/>
                <a:cs typeface="东文宋体" charset="0"/>
              </a:rPr>
              <a:t>↓</a:t>
            </a:r>
            <a:endParaRPr lang="en-US">
              <a:latin typeface="东文宋体" charset="0"/>
              <a:ea typeface="AR PL UKai CN" panose="02000503000000000000" charset="-122"/>
              <a:cs typeface="东文宋体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 rot="18780000">
            <a:off x="6168390" y="2849245"/>
            <a:ext cx="848995" cy="15113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033770" y="2356485"/>
            <a:ext cx="1529080" cy="343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 rot="1320000">
            <a:off x="5514340" y="3100705"/>
            <a:ext cx="300355" cy="9715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43" name="Rounded Rectangle 42"/>
          <p:cNvSpPr/>
          <p:nvPr/>
        </p:nvSpPr>
        <p:spPr>
          <a:xfrm rot="19380000">
            <a:off x="5543550" y="3287395"/>
            <a:ext cx="300355" cy="9715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49" name="Arc 48"/>
          <p:cNvSpPr/>
          <p:nvPr/>
        </p:nvSpPr>
        <p:spPr>
          <a:xfrm flipH="1">
            <a:off x="6416675" y="2700020"/>
            <a:ext cx="184150" cy="250190"/>
          </a:xfrm>
          <a:prstGeom prst="arc">
            <a:avLst>
              <a:gd name="adj1" fmla="val 18184476"/>
              <a:gd name="adj2" fmla="val 3386703"/>
            </a:avLst>
          </a:prstGeom>
          <a:ln>
            <a:head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Arc 51"/>
          <p:cNvSpPr/>
          <p:nvPr/>
        </p:nvSpPr>
        <p:spPr>
          <a:xfrm rot="4500000">
            <a:off x="6628130" y="2820670"/>
            <a:ext cx="184150" cy="250190"/>
          </a:xfrm>
          <a:prstGeom prst="arc">
            <a:avLst>
              <a:gd name="adj1" fmla="val 18184476"/>
              <a:gd name="adj2" fmla="val 3386703"/>
            </a:avLst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3" name="Arc 52"/>
          <p:cNvSpPr/>
          <p:nvPr/>
        </p:nvSpPr>
        <p:spPr>
          <a:xfrm rot="1620000" flipH="1">
            <a:off x="6028055" y="2929255"/>
            <a:ext cx="184150" cy="250190"/>
          </a:xfrm>
          <a:prstGeom prst="arc">
            <a:avLst>
              <a:gd name="adj1" fmla="val 18184476"/>
              <a:gd name="adj2" fmla="val 3386703"/>
            </a:avLst>
          </a:prstGeom>
          <a:ln>
            <a:head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Arc 53"/>
          <p:cNvSpPr/>
          <p:nvPr/>
        </p:nvSpPr>
        <p:spPr>
          <a:xfrm rot="6720000">
            <a:off x="6073775" y="3208020"/>
            <a:ext cx="184150" cy="250190"/>
          </a:xfrm>
          <a:prstGeom prst="arc">
            <a:avLst>
              <a:gd name="adj1" fmla="val 18184476"/>
              <a:gd name="adj2" fmla="val 3386703"/>
            </a:avLst>
          </a:prstGeom>
          <a:ln>
            <a:solidFill>
              <a:srgbClr val="7030A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Rectangles 54"/>
          <p:cNvSpPr/>
          <p:nvPr/>
        </p:nvSpPr>
        <p:spPr>
          <a:xfrm>
            <a:off x="5586730" y="2503805"/>
            <a:ext cx="412115" cy="398780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latin typeface="东文宋体" charset="0"/>
                <a:ea typeface="AR PL UKai CN" panose="02000503000000000000" charset="-122"/>
                <a:cs typeface="东文宋体" charset="0"/>
              </a:rPr>
              <a:t>U</a:t>
            </a:r>
            <a:endParaRPr lang="en-US">
              <a:latin typeface="东文宋体" charset="0"/>
              <a:ea typeface="AR PL UKai CN" panose="02000503000000000000" charset="-122"/>
              <a:cs typeface="东文宋体" charset="0"/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6302375" y="3451860"/>
            <a:ext cx="412115" cy="39878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latin typeface="东文宋体" charset="0"/>
                <a:ea typeface="AR PL UKai CN" panose="02000503000000000000" charset="-122"/>
                <a:cs typeface="东文宋体" charset="0"/>
              </a:rPr>
              <a:t>J</a:t>
            </a:r>
            <a:endParaRPr lang="en-US">
              <a:latin typeface="东文宋体" charset="0"/>
              <a:ea typeface="AR PL UKai CN" panose="02000503000000000000" charset="-122"/>
              <a:cs typeface="东文宋体" charset="0"/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5579745" y="3540760"/>
            <a:ext cx="412115" cy="39878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latin typeface="东文宋体" charset="0"/>
                <a:ea typeface="AR PL UKai CN" panose="02000503000000000000" charset="-122"/>
                <a:cs typeface="东文宋体" charset="0"/>
              </a:rPr>
              <a:t>N</a:t>
            </a:r>
            <a:endParaRPr lang="en-US">
              <a:latin typeface="东文宋体" charset="0"/>
              <a:ea typeface="AR PL UKai CN" panose="02000503000000000000" charset="-122"/>
              <a:cs typeface="东文宋体" charset="0"/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5034280" y="2684780"/>
            <a:ext cx="412115" cy="39878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latin typeface="东文宋体" charset="0"/>
                <a:ea typeface="AR PL UKai CN" panose="02000503000000000000" charset="-122"/>
                <a:cs typeface="东文宋体" charset="0"/>
              </a:rPr>
              <a:t>M</a:t>
            </a:r>
            <a:endParaRPr lang="en-US">
              <a:latin typeface="东文宋体" charset="0"/>
              <a:ea typeface="AR PL UKai CN" panose="02000503000000000000" charset="-122"/>
              <a:cs typeface="东文宋体" charset="0"/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2983865" y="4210685"/>
            <a:ext cx="412115" cy="39878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latin typeface="东文宋体" charset="0"/>
                <a:ea typeface="AR PL UKai CN" panose="02000503000000000000" charset="-122"/>
                <a:cs typeface="东文宋体" charset="0"/>
              </a:rPr>
              <a:t>6</a:t>
            </a:r>
            <a:endParaRPr lang="en-US">
              <a:latin typeface="东文宋体" charset="0"/>
              <a:ea typeface="AR PL UKai CN" panose="02000503000000000000" charset="-122"/>
              <a:cs typeface="东文宋体" charset="0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722755" y="4210685"/>
            <a:ext cx="412115" cy="39878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latin typeface="东文宋体" charset="0"/>
                <a:ea typeface="AR PL UKai CN" panose="02000503000000000000" charset="-122"/>
                <a:cs typeface="东文宋体" charset="0"/>
              </a:rPr>
              <a:t>5</a:t>
            </a:r>
            <a:endParaRPr lang="en-US">
              <a:latin typeface="东文宋体" charset="0"/>
              <a:ea typeface="AR PL UKai CN" panose="02000503000000000000" charset="-122"/>
              <a:cs typeface="东文宋体" charset="0"/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916805" y="3250565"/>
            <a:ext cx="608965" cy="39878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latin typeface="东文宋体" charset="0"/>
                <a:ea typeface="AR PL UKai CN" panose="02000503000000000000" charset="-122"/>
                <a:cs typeface="东文宋体" charset="0"/>
              </a:rPr>
              <a:t>O/P</a:t>
            </a:r>
            <a:endParaRPr lang="en-US">
              <a:latin typeface="东文宋体" charset="0"/>
              <a:ea typeface="AR PL UKai CN" panose="02000503000000000000" charset="-122"/>
              <a:cs typeface="东文宋体" charset="0"/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468495" y="4693285"/>
            <a:ext cx="965200" cy="39878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sym typeface="+mn-ea"/>
              </a:rPr>
              <a:t>ENTER</a:t>
            </a:r>
            <a:endParaRPr lang="en-US">
              <a:latin typeface="东文宋体" charset="0"/>
              <a:ea typeface="AR PL UKai CN" panose="02000503000000000000" charset="-122"/>
              <a:cs typeface="东文宋体" charset="0"/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584325" y="4114800"/>
            <a:ext cx="6107430" cy="1052195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2115820" y="4225925"/>
            <a:ext cx="8801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lang="en-US"/>
              <a:t>MODE</a:t>
            </a:r>
            <a:endParaRPr lang="en-US"/>
          </a:p>
        </p:txBody>
      </p:sp>
      <p:sp>
        <p:nvSpPr>
          <p:cNvPr id="28" name="Text Box 27"/>
          <p:cNvSpPr txBox="1"/>
          <p:nvPr/>
        </p:nvSpPr>
        <p:spPr>
          <a:xfrm>
            <a:off x="3357245" y="4225925"/>
            <a:ext cx="8191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lang="en-US"/>
              <a:t>GEAR</a:t>
            </a:r>
            <a:endParaRPr lang="en-US"/>
          </a:p>
        </p:txBody>
      </p:sp>
      <p:sp>
        <p:nvSpPr>
          <p:cNvPr id="21" name="Rectangles 20"/>
          <p:cNvSpPr/>
          <p:nvPr/>
        </p:nvSpPr>
        <p:spPr>
          <a:xfrm>
            <a:off x="1722755" y="4693285"/>
            <a:ext cx="1629410" cy="39878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latin typeface="东文宋体" charset="0"/>
                <a:ea typeface="AR PL UKai CN" panose="02000503000000000000" charset="-122"/>
                <a:cs typeface="东文宋体" charset="0"/>
              </a:rPr>
              <a:t>BACKSPACE</a:t>
            </a:r>
            <a:endParaRPr lang="en-US">
              <a:latin typeface="东文宋体" charset="0"/>
              <a:ea typeface="AR PL UKai CN" panose="02000503000000000000" charset="-122"/>
              <a:cs typeface="东文宋体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3358515" y="4708525"/>
            <a:ext cx="11004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lang="en-US"/>
              <a:t>CANCEL</a:t>
            </a:r>
            <a:endParaRPr lang="en-US"/>
          </a:p>
        </p:txBody>
      </p:sp>
      <p:sp>
        <p:nvSpPr>
          <p:cNvPr id="33" name="Rectangles 32"/>
          <p:cNvSpPr/>
          <p:nvPr/>
        </p:nvSpPr>
        <p:spPr>
          <a:xfrm>
            <a:off x="4168140" y="4210685"/>
            <a:ext cx="412115" cy="39878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>
                <a:latin typeface="东文宋体" charset="0"/>
                <a:ea typeface="AR PL UKai CN" panose="02000503000000000000" charset="-122"/>
                <a:cs typeface="东文宋体" charset="0"/>
              </a:rPr>
              <a:t>‘</a:t>
            </a:r>
            <a:endParaRPr lang="en-US">
              <a:latin typeface="东文宋体" charset="0"/>
              <a:ea typeface="AR PL UKai CN" panose="02000503000000000000" charset="-122"/>
              <a:cs typeface="东文宋体" charset="0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4580255" y="4225925"/>
            <a:ext cx="7912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lang="en-US"/>
              <a:t>LOCK</a:t>
            </a:r>
            <a:endParaRPr lang="en-US"/>
          </a:p>
        </p:txBody>
      </p:sp>
      <p:sp>
        <p:nvSpPr>
          <p:cNvPr id="41" name="Text Box 40"/>
          <p:cNvSpPr txBox="1"/>
          <p:nvPr/>
        </p:nvSpPr>
        <p:spPr>
          <a:xfrm>
            <a:off x="5438775" y="4708525"/>
            <a:ext cx="12477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r"/>
            <a:r>
              <a:rPr lang="en-US"/>
              <a:t>CONFIRM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WPS Presentation</Application>
  <PresentationFormat>宽屏</PresentationFormat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DejaVu Sans</vt:lpstr>
      <vt:lpstr>AR PL UKai CN</vt:lpstr>
      <vt:lpstr>东文宋体</vt:lpstr>
      <vt:lpstr>Droid Sans Fallback</vt:lpstr>
      <vt:lpstr>Microsoft YaHei</vt:lpstr>
      <vt:lpstr>Arial Unicode MS</vt:lpstr>
      <vt:lpstr>Arial Black</vt:lpstr>
      <vt:lpstr>SimSun</vt:lpstr>
      <vt:lpstr>OpenSymbol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jr</cp:lastModifiedBy>
  <cp:revision>15</cp:revision>
  <dcterms:created xsi:type="dcterms:W3CDTF">2026-02-02T05:49:39Z</dcterms:created>
  <dcterms:modified xsi:type="dcterms:W3CDTF">2026-02-02T05:49:39Z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